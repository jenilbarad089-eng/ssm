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20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SocietyHub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3C5FD"/>
                </a:solidFill>
                <a:latin typeface="Segoe UI"/>
              </a:rPr>
              <a:t>v3.0  Enterprise Edition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508760"/>
            <a:ext cx="11430000" cy="0"/>
          </a:xfrm>
          <a:prstGeom prst="line">
            <a:avLst/>
          </a:prstGeom>
          <a:ln w="25400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Residential Society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3C5FD"/>
                </a:solidFill>
                <a:latin typeface="Segoe UI"/>
              </a:rPr>
              <a:t>SaaS Platform — Project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Society Members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Admin Nav Tabs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User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Web-Based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Segoe UI"/>
              </a:rPr>
              <a:t>Jenil Barad  |  SocietyHub Grand Residency  |  Mumbai, Maharashtra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Prepared: August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82880"/>
            <a:ext cx="3017520" cy="4846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Segoe UI"/>
              </a:rPr>
              <a:t>📊 Live Dashboard
🔐 Role-Based Auth
👥 10 Members
🏢 3 Towers
📋 Complaints
💳 Billing
📢 Notices
🚗 Visitors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📋 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SocietyHub v3.0 — Complete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Project Overview &amp;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What SocietyHub solves and who it's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Key Features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8 major features across all 4 user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07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Frontend, Backend, Auth, Database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907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How all components connect and communicate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User Roles &amp;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Admin, Resident, Committee, Security Guard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Member Directory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All 10 society members with role assignments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212079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46811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03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149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8 navigation tabs and their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212079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46811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03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Budget &amp; Development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7149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Timeline, costs, and deployment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Overview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  <a:latin typeface="Segoe UI"/>
              </a:rPr>
              <a:t>What problem does SocietyHub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Manual paper-based maintenance billing and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centralized complaint management for 100+ residents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Visitor entry managed on physical registers at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digital notice board for society announcements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role-based portal for admin, residents, and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SocietyHub Solution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Cloud-based SaaS — works on any device, any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4 dedicated portals: Admin, Resident, Committee,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Digital billing with payment tracking and receipts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Real-time complaint lifecycle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Smart gate pass approval via resident 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Segoe UI"/>
              </a:rPr>
              <a:t>"Digitizing Residential Society Management — End to End"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Role-Based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4 portals: Admin, Resident,
Committee, 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Billing &amp; Dues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Monthly maintenance invoices,
payment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Complaint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Ticket lifecycle: Pending →
In Progress → Resolved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Notice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Digital announcements, AGM
alerts, emergency news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274320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Gate Visitors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Gate pass generation, entry/
exit log, QR codes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840480"/>
            <a:ext cx="274320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🗳️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Society Polls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Online voting for solar panels,
EV chargers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40480"/>
            <a:ext cx="274320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Amenity 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Community hall, gym, lawn,
pool reservation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3840480"/>
            <a:ext cx="2743200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Real-time KPIs, charts,
audit logs, user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669280" cy="384048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🖥️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HTML5 + Vanilla CSS (no framework bloat)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30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Bootstrap 5.3 — responsive grid &amp;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78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Font Awesome 6 — icons throughout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Chart.js — KPI charts in 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Google Fonts (Inter) — premium typography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669280" cy="38404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⚙️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Node.js + Express.js — REST API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Firebase Authentication — email/password + 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78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bcrypt.js — server-side password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JWT tokens — session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CORS + Helmet — security middleware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66928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🗄️ 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LocalStorage SystemDB — offline-first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45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seed.json — structured initial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92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Version-based cache busting (v3.1)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340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Auto-merge for new seed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687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CSV export for audit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669280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🚀 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Vercel — zero-config static + serverless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45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GitHub — version control &amp;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92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Progressive Web App (PWA) — installable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40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HTTPS enforced — SSL/TLS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687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Vercel URL: societyhub11.vercel.app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Presentation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index.html (Landing)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login.html (Auth)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admin.html (Dashboard)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resident.html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committee.html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guard.html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371600"/>
            <a:ext cx="3657600" cy="4572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Logic / API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firebase-auth.js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db.js (SystemDB)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admin.js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resident.js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committee.js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94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440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notifications.js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59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Segoe U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seed.json (Master Data)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LocalStorage (Client DB)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Firebase Auth (Server)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Audit Logs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Session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User Roles &amp; Access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280160"/>
            <a:ext cx="2788920" cy="5486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🛡️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Jenil Barad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Full system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Approve/reject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Manage billing &amp; notices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all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Role &amp; access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Audit log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280160"/>
            <a:ext cx="2788920" cy="548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👥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Suresh Kumar
Rohan Mehta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Create polls &amp; vote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Post society notices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billing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Attend AGM digitally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Amenity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Residents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1280160"/>
            <a:ext cx="2788920" cy="54864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🏠 Resident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5 Members
(Owners &amp; Tenants)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0216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0216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Pay maintenance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Submit complaints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 visitor 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Book amenities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Vote in polls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notices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1280160"/>
            <a:ext cx="27889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🚦 Security 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Bahadur Singh
Vikram Yadav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90304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0304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Register visitors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Issue gate passes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Log entry/exit times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Approve/deny entry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resident 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Shift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Society Members Directory — All 10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52144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4416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44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44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Flat /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3441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Tower /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4864" cy="4572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18288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Jenil Barad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82880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54864" cy="457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0428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230428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Suresh Kumar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30428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Committee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0428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A-402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3042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88336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88336"/>
            <a:ext cx="54864" cy="457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7977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277977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Rohan Mehta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77977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Committee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77977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B-301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7797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63824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163824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25526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" y="325526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Amit Patel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25526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55264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A-302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325526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39312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39312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30752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19" y="373075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Priya Verma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373075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(Tenant)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730752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C-501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373075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14800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114800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20624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19" y="42062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Rahul Sharma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42062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206240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B-104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42062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590288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590288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681727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19" y="4681727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Neha Gupta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681727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(Tenant)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681727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B-202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9" y="4681727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065776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065776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15721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19" y="515721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Ananya Deshmukh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15721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15721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A-604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19" y="515721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541264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541264"/>
            <a:ext cx="54864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63270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19" y="563270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Bahadur Singh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74720" y="563270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Security Guard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632704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Gate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19" y="56327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Morning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6016752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6016752"/>
            <a:ext cx="54864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108192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19" y="610819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Vikram Yadav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0" y="610819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Security Guard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6108192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Gate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19" y="610819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Evening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Admin Dashboard — 8 Navigation 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3258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502920" cy="1261872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Overview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Live KPIs: Total residents, maintenance collection rate,
pending complaints, active visitors. Monthly bar chart
and complaint doughnut resolution matrix.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02920" cy="1261872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733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399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Member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17465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All 10 members with avatar, role, flat/gate, email,
phone, status. Actions: Allot Flat, Change Role, Remove.
Sorted: Admin → Committee → Resident → Guard.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974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697480"/>
            <a:ext cx="502920" cy="12618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44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706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Complaint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1181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5 active complaints from real member flats.
Category, priority, status badges. Admin can update
status and add resolution notes via modal.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502920" cy="12618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44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06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Maintenance 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1181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8 invoices (July + June 2026) for all resident flats.
Invoice ID, amount, due date, TXN ID, receipt number.
Paid vs Unpaid tracking with visual badges.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0690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069080"/>
            <a:ext cx="502920" cy="126187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4165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142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Notice Publisher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4897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4 active notices including AGM, tank cleaning,
Foundation Day celebration, parking enforcement.
Post new notice via broadcast modal.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690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69080"/>
            <a:ext cx="502920" cy="126187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4165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4142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Gate Visitors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4897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5 visitor entries with gate pass codes. Shows
visitor name, purpose, entry/exit time, flat, and
resident approval status.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4406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440680"/>
            <a:ext cx="502920" cy="1261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7881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513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Role &amp; Access Ctrl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58613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All 10 members with full profile: photo, phone,
move-in date, shift, salary/dues, parking slot.
Grant/Revoke Admin, Change Role, Allot Flat.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4406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440680"/>
            <a:ext cx="502920" cy="126187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57881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5513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Audit Trail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58613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6 immutable system logs: login events, payments,
complaints filed, notices published, gate passes.
Export to CSV functionality.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Budget &amp; Development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📅 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8686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EFF"/>
                </a:solidFill>
                <a:latin typeface="Segoe U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HTML structure, auth system, seed data, responsive navbar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73152" cy="86868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24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Segoe U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24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Core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Resident portal, billing, complaints, notice 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73152" cy="868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85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8-tab admin panel, KPIs, charts, audit logs, approvals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45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45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Guard &amp; Committee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Gate pass system, polls, amenity booking portal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3212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3152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605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Phase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943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605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Polish &amp;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943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Notifications, PWA, SEO, Vercel deployment,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💰 Budget Breakdown (INR)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91640"/>
            <a:ext cx="539496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755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075688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075688"/>
            <a:ext cx="54864" cy="420624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Frontend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EFF"/>
                </a:solidFill>
                <a:latin typeface="Segoe UI"/>
              </a:rPr>
              <a:t>₹ 25,000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514600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514600"/>
            <a:ext cx="54864" cy="420624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Backend API (Node.js)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587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00"/>
                </a:solidFill>
                <a:latin typeface="Segoe UI"/>
              </a:rPr>
              <a:t>₹ 30,000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53512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953512"/>
            <a:ext cx="54864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026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Firebase Auth Setup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26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₹ 8,000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392424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392424"/>
            <a:ext cx="54864" cy="42062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4655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UI/UX Design &amp; CSS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465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5CF6"/>
                </a:solidFill>
                <a:latin typeface="Segoe UI"/>
              </a:rPr>
              <a:t>₹ 15,000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831335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831335"/>
            <a:ext cx="54864" cy="4206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39044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PWA &amp; 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39044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Segoe UI"/>
              </a:rPr>
              <a:t>₹ 10,000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270248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4270248"/>
            <a:ext cx="54864" cy="420624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Testing &amp; QA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₹ 8,000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709160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4709160"/>
            <a:ext cx="54864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782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Vercel Deployment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4782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₹ 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148072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5148072"/>
            <a:ext cx="54864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5221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Domain Name (1 Year)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221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Segoe UI"/>
              </a:rPr>
              <a:t>₹ 1,500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5586983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5586983"/>
            <a:ext cx="54864" cy="420624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566013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Documentation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56601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₹ 4,000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6025896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0" y="6025896"/>
            <a:ext cx="54864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60990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Contingency (10%)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6099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Segoe UI"/>
              </a:rPr>
              <a:t>₹ 10,150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6510528"/>
            <a:ext cx="5394960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6601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TOTAL PROJECT COST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0" y="6601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6B00"/>
                </a:solidFill>
                <a:latin typeface="Segoe UI"/>
              </a:rPr>
              <a:t>₹ 1,11,650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457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SocietyHub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3C5FD"/>
                </a:solidFill>
                <a:latin typeface="Segoe UI"/>
              </a:rPr>
              <a:t>Enterprise Residential Society Management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880360"/>
            <a:ext cx="8503920" cy="0"/>
          </a:xfrm>
          <a:prstGeom prst="line">
            <a:avLst/>
          </a:prstGeom>
          <a:ln w="25400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🌐 Live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https://societyhub11.vercel.app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67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📁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673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github.com/jenilbarad089-eng/SSM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25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👤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256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Jenil Barad  |  jenilbarad089@gmail.com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0840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📍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840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SocietyHub Grand Residency, Mumbai, MH — SOC-MH-4001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943600"/>
            <a:ext cx="5760720" cy="6400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9893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Thank You  🙏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